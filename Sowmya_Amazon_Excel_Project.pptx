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2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9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33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74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02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6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4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5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43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0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80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7196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97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59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29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67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0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26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Amazon Sales Data Analysis using Excel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Data Cleaning | Dashboard | Insights</a:t>
            </a:r>
          </a:p>
          <a:p>
            <a:r>
              <a:t>Sowmya Jaganathan</a:t>
            </a:r>
          </a:p>
          <a:p>
            <a:r>
              <a:t>LinkedIn: sowmya-jaganathan</a:t>
            </a:r>
          </a:p>
          <a:p>
            <a:r>
              <a:t>GitHub: Sowmya-Jaganathan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Excel-based project focuses on analyzing Amazon sales data. It includes:</a:t>
            </a:r>
          </a:p>
          <a:p>
            <a:r>
              <a:t>- Cleaning raw sales data</a:t>
            </a:r>
          </a:p>
          <a:p>
            <a:r>
              <a:t>- Identifying trends and insights</a:t>
            </a:r>
          </a:p>
          <a:p>
            <a:r>
              <a:t>- Building a dashboard using only Microsoft Excel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Microsoft Excel</a:t>
            </a:r>
          </a:p>
          <a:p>
            <a:r>
              <a:t>  - Data Cleaning (removing duplicates, fixing formats)</a:t>
            </a:r>
          </a:p>
          <a:p>
            <a:r>
              <a:t>  - Pivot Tables and Charts</a:t>
            </a:r>
          </a:p>
          <a:p>
            <a:r>
              <a:t>  - Dashboard Design using slicers, filters, and formatting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Data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Missing or blank values</a:t>
            </a:r>
          </a:p>
          <a:p>
            <a:r>
              <a:t>- Inconsistent data formats</a:t>
            </a:r>
          </a:p>
          <a:p>
            <a:r>
              <a:t>- Duplicates and irrelevant columns</a:t>
            </a:r>
          </a:p>
          <a:p>
            <a:r>
              <a:t>- Need for derived 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blank rows and duplicates</a:t>
            </a:r>
          </a:p>
          <a:p>
            <a:r>
              <a:t>- Standardized date and currency formats</a:t>
            </a:r>
          </a:p>
          <a:p>
            <a:r>
              <a:t>- Created helper columns using Excel formulas</a:t>
            </a:r>
          </a:p>
          <a:p>
            <a:r>
              <a:t>- Structured data into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Interactive Excel dashboard built using:</a:t>
            </a:r>
          </a:p>
          <a:p>
            <a:r>
              <a:rPr dirty="0"/>
              <a:t>- Pivot Tables and Pivot Charts</a:t>
            </a:r>
          </a:p>
          <a:p>
            <a:r>
              <a:rPr dirty="0"/>
              <a:t>- Slicers for filtering</a:t>
            </a:r>
          </a:p>
          <a:p>
            <a:r>
              <a:rPr dirty="0"/>
              <a:t>- Conditional Formatting for highlights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A83A1-4832-9D3F-2253-47B7A6242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56F20A-8581-A37E-4734-EDABDF15C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253" y="2336800"/>
            <a:ext cx="6520894" cy="3598863"/>
          </a:xfrm>
        </p:spPr>
      </p:pic>
    </p:spTree>
    <p:extLst>
      <p:ext uri="{BB962C8B-B14F-4D97-AF65-F5344CB8AC3E}">
        <p14:creationId xmlns:p14="http://schemas.microsoft.com/office/powerpoint/2010/main" val="2785718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Best-selling products and categories</a:t>
            </a:r>
          </a:p>
          <a:p>
            <a:r>
              <a:t>- Monthly sales trends</a:t>
            </a:r>
          </a:p>
          <a:p>
            <a:r>
              <a:t>- Preferred payment methods</a:t>
            </a:r>
          </a:p>
          <a:p>
            <a:r>
              <a:t>- Regional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Through this project, I learned how to:</a:t>
            </a:r>
          </a:p>
          <a:p>
            <a:r>
              <a:t>- Clean and transform data efficiently in Excel</a:t>
            </a:r>
          </a:p>
          <a:p>
            <a:r>
              <a:t>- Build a professional dashboard</a:t>
            </a:r>
          </a:p>
          <a:p>
            <a:r>
              <a:t>- Derive actionable business insights</a:t>
            </a:r>
          </a:p>
          <a:p>
            <a:endParaRPr/>
          </a:p>
          <a:p>
            <a:r>
              <a:t>GitHub: https://github.com/Sowmya-Jaganathan</a:t>
            </a:r>
          </a:p>
          <a:p>
            <a:r>
              <a:t>LinkedIn: www.linkedin.com/in/sowmya-jaganathan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</TotalTime>
  <Words>225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Berlin</vt:lpstr>
      <vt:lpstr>Amazon Sales Data Analysis using Excel</vt:lpstr>
      <vt:lpstr>Project Overview</vt:lpstr>
      <vt:lpstr>Tools Used</vt:lpstr>
      <vt:lpstr>Raw Data Challenges</vt:lpstr>
      <vt:lpstr>Data Cleaning Process</vt:lpstr>
      <vt:lpstr>Dashboard Preview</vt:lpstr>
      <vt:lpstr>Dashboard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sowmya jaganathan</cp:lastModifiedBy>
  <cp:revision>2</cp:revision>
  <dcterms:created xsi:type="dcterms:W3CDTF">2013-01-27T09:14:16Z</dcterms:created>
  <dcterms:modified xsi:type="dcterms:W3CDTF">2025-04-14T03:05:24Z</dcterms:modified>
  <cp:category/>
</cp:coreProperties>
</file>